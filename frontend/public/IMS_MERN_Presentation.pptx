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Management System (IMS)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MERN Stack Web Application</a:t>
            </a:r>
          </a:p>
          <a:p>
            <a:r>
              <a:t>Team / Name | Organization</a:t>
            </a:r>
          </a:p>
          <a:p>
            <a:r>
              <a:t>April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IMS built with MongoDB, Express, React, Node.js to manage products, stock movements, and orders in real time.</a:t>
            </a:r>
          </a:p>
          <a:p>
            <a:pPr>
              <a:defRPr sz="2400"/>
            </a:pPr>
            <a:r>
              <a:t>Replaces spreadsheets/paper with centralized, role-based workflows for accuracy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Manual tracking causes stock-outs, overstocking, and errors.</a:t>
            </a:r>
          </a:p>
          <a:p>
            <a:pPr>
              <a:defRPr sz="2400"/>
            </a:pPr>
            <a:r>
              <a:t>No real-time visibility and scattered records reduce decision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Accurate stock counts with full stock-in/stock-out audit trail.</a:t>
            </a:r>
          </a:p>
          <a:p>
            <a:pPr>
              <a:defRPr sz="2400"/>
            </a:pPr>
            <a:r>
              <a:t>Manage products, suppliers, purchases, sales, and reports.</a:t>
            </a:r>
          </a:p>
          <a:p>
            <a:pPr>
              <a:defRPr sz="2400"/>
            </a:pPr>
            <a:r>
              <a:t>Role-based access and secure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Central product catalog and supplier management.</a:t>
            </a:r>
          </a:p>
          <a:p>
            <a:pPr>
              <a:defRPr sz="2400"/>
            </a:pPr>
            <a:r>
              <a:t>Transaction-based inventory updates (in/out/adjustments).</a:t>
            </a:r>
          </a:p>
          <a:p>
            <a:pPr>
              <a:defRPr sz="2400"/>
            </a:pPr>
            <a:r>
              <a:t>Dashboards + reporting for fast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Authentication and role-based access (Admin/Staff).</a:t>
            </a:r>
          </a:p>
          <a:p>
            <a:pPr>
              <a:defRPr sz="2400"/>
            </a:pPr>
            <a:r>
              <a:t>Products: CRUD, categories, pricing, reorder level.</a:t>
            </a:r>
          </a:p>
          <a:p>
            <a:pPr>
              <a:defRPr sz="2400"/>
            </a:pPr>
            <a:r>
              <a:t>Suppliers: CRUD, contact info.</a:t>
            </a:r>
          </a:p>
          <a:p>
            <a:pPr>
              <a:defRPr sz="2400"/>
            </a:pPr>
            <a:r>
              <a:t>Inventory: stock-in/stock-out with timestamps and user.</a:t>
            </a:r>
          </a:p>
          <a:p>
            <a:pPr>
              <a:defRPr sz="2400"/>
            </a:pPr>
            <a:r>
              <a:t>Search, filters, and exports (optional).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Auth module</a:t>
            </a:r>
          </a:p>
          <a:p>
            <a:pPr>
              <a:defRPr sz="2400"/>
            </a:pPr>
            <a:r>
              <a:t>Product module</a:t>
            </a:r>
          </a:p>
          <a:p>
            <a:pPr>
              <a:defRPr sz="2400"/>
            </a:pPr>
            <a:r>
              <a:t>Supplier module</a:t>
            </a:r>
          </a:p>
          <a:p>
            <a:pPr>
              <a:defRPr sz="2400"/>
            </a:pPr>
            <a:r>
              <a:t>Inventory/Transactions module</a:t>
            </a:r>
          </a:p>
          <a:p>
            <a:pPr>
              <a:defRPr sz="2400"/>
            </a:pPr>
            <a:r>
              <a:t>Reports/Dashboard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React, React Router, Axios, (optional) Redux/Context</a:t>
            </a:r>
          </a:p>
          <a:p>
            <a:pPr>
              <a:defRPr sz="2400"/>
            </a:pPr>
            <a:r>
              <a:t>Backend: Node.js, Express.js</a:t>
            </a:r>
          </a:p>
          <a:p>
            <a:pPr>
              <a:defRPr sz="2400"/>
            </a:pPr>
            <a:r>
              <a:t>Database: MongoDB (Mongoose)</a:t>
            </a:r>
          </a:p>
          <a:p>
            <a:pPr>
              <a:defRPr sz="2400"/>
            </a:pPr>
            <a:r>
              <a:t>Auth: JWT + bcrypt</a:t>
            </a:r>
          </a:p>
          <a:p>
            <a:pPr>
              <a:defRPr sz="2400"/>
            </a:pPr>
            <a:r>
              <a:t>Tools: Postman, Git/GitHub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React UI calls REST APIs</a:t>
            </a:r>
          </a:p>
          <a:p>
            <a:pPr>
              <a:defRPr sz="2400"/>
            </a:pPr>
            <a:r>
              <a:t>Express/Node handles business logic and auth</a:t>
            </a:r>
          </a:p>
          <a:p>
            <a:pPr>
              <a:defRPr sz="2400"/>
            </a:pPr>
            <a:r>
              <a:t>MongoDB stores products, users, suppliers, and transactions</a:t>
            </a:r>
          </a:p>
          <a:p>
            <a:pPr>
              <a:defRPr sz="2400"/>
            </a:pPr>
            <a:r>
              <a:t>JWT protects routes; role checks for permissions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(Core Collections)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users: name, email, passwordHash, role</a:t>
            </a:r>
          </a:p>
          <a:p>
            <a:pPr>
              <a:defRPr sz="2400"/>
            </a:pPr>
            <a:r>
              <a:t>products: sku, name, category, price, stock, reorderLevel</a:t>
            </a:r>
          </a:p>
          <a:p>
            <a:pPr>
              <a:defRPr sz="2400"/>
            </a:pPr>
            <a:r>
              <a:t>suppliers: name, phone, email, address</a:t>
            </a:r>
          </a:p>
          <a:p>
            <a:pPr>
              <a:defRPr sz="2400"/>
            </a:pPr>
            <a:r>
              <a:t>transactions: type(in/out/adjust), productId, qty, userId, date, notes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Purchase/Stock-In: select product -&gt; quantity -&gt; create transaction -&gt; stock increases</a:t>
            </a:r>
          </a:p>
          <a:p>
            <a:pPr>
              <a:defRPr sz="2400"/>
            </a:pPr>
            <a:r>
              <a:t>Sale/Stock-Out: select product -&gt; quantity -&gt; create transaction -&gt; stock decreases</a:t>
            </a:r>
          </a:p>
          <a:p>
            <a:pPr>
              <a:defRPr sz="2400"/>
            </a:pPr>
            <a:r>
              <a:t>All changes recorded for audit and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+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Password hashing (bcrypt)</a:t>
            </a:r>
          </a:p>
          <a:p>
            <a:pPr>
              <a:defRPr sz="2400"/>
            </a:pPr>
            <a:r>
              <a:t>JWT-based login + protected routes</a:t>
            </a:r>
          </a:p>
          <a:p>
            <a:pPr>
              <a:defRPr sz="2400"/>
            </a:pPr>
            <a:r>
              <a:t>Server-side validation prevents negative stock</a:t>
            </a:r>
          </a:p>
          <a:p>
            <a:pPr>
              <a:defRPr sz="2400"/>
            </a:pPr>
            <a:r>
              <a:t>Role-based permissions (Admin-only actions)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Keeping UI state in sync after create/update/delete</a:t>
            </a:r>
          </a:p>
          <a:p>
            <a:pPr>
              <a:defRPr sz="2400"/>
            </a:pPr>
            <a:r>
              <a:t>Designing transaction logs to make stock changes traceable</a:t>
            </a:r>
          </a:p>
          <a:p>
            <a:pPr>
              <a:defRPr sz="2400"/>
            </a:pPr>
            <a:r>
              <a:t>Implementing auth + route protection end-to-end</a:t>
            </a:r>
          </a:p>
          <a:p>
            <a:pPr>
              <a:defRPr sz="2400"/>
            </a:pPr>
            <a:r>
              <a:t>Consistent validation across frontend and backend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Barcode scanning and label printing</a:t>
            </a:r>
          </a:p>
          <a:p>
            <a:pPr>
              <a:defRPr sz="2400"/>
            </a:pPr>
            <a:r>
              <a:t>Multi-warehouse inventory</a:t>
            </a:r>
          </a:p>
          <a:p>
            <a:pPr>
              <a:defRPr sz="2400"/>
            </a:pPr>
            <a:r>
              <a:t>Auto-reorder suggestions and forecasting</a:t>
            </a:r>
          </a:p>
          <a:p>
            <a:pPr>
              <a:defRPr sz="2400"/>
            </a:pPr>
            <a:r>
              <a:t>Real-time updates using WebSockets</a:t>
            </a:r>
          </a:p>
          <a:p>
            <a:pPr>
              <a:defRPr sz="2400"/>
            </a:pPr>
            <a:r>
              <a:t>POS/accounting integrations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Centralized, secure, auditable inventory tracking.</a:t>
            </a:r>
          </a:p>
          <a:p>
            <a:pPr>
              <a:defRPr sz="2400"/>
            </a:pPr>
            <a:r>
              <a:t>Improves accuracy, reduces manual work, and enables fast reporting.</a:t>
            </a:r>
          </a:p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